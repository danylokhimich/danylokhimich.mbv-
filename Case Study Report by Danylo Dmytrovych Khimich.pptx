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89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002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512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11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155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260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4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022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879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744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9356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793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89885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1997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20754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0681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545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877EF3F-206D-4C65-8531-4DF7BAE35690}" type="datetimeFigureOut">
              <a:rPr lang="uk-UA" smtClean="0"/>
              <a:t>21.11.2025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83FDF3A-F243-425F-B208-FBC1FB8E5633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77415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Study Report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 Software </a:t>
            </a:r>
            <a:r>
              <a:rPr lang="en-US" dirty="0" err="1" smtClean="0"/>
              <a:t>Ingineer</a:t>
            </a:r>
            <a:r>
              <a:rPr lang="en-US" dirty="0" smtClean="0"/>
              <a:t> Student grp121-23-3 of </a:t>
            </a:r>
          </a:p>
          <a:p>
            <a:r>
              <a:rPr lang="en-US" dirty="0" smtClean="0"/>
              <a:t> Dnipro University of Technology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</a:t>
            </a:r>
            <a:r>
              <a:rPr lang="uk-UA" dirty="0" err="1" smtClean="0"/>
              <a:t>Danylo</a:t>
            </a:r>
            <a:r>
              <a:rPr lang="uk-UA" dirty="0" smtClean="0"/>
              <a:t> </a:t>
            </a:r>
            <a:r>
              <a:rPr lang="uk-UA" dirty="0" err="1"/>
              <a:t>Dmytrovych</a:t>
            </a:r>
            <a:r>
              <a:rPr lang="uk-UA" dirty="0"/>
              <a:t> </a:t>
            </a:r>
            <a:r>
              <a:rPr lang="en-US" dirty="0"/>
              <a:t>K</a:t>
            </a:r>
            <a:r>
              <a:rPr lang="uk-UA" dirty="0" err="1"/>
              <a:t>himich</a:t>
            </a:r>
            <a:endParaRPr lang="uk-UA" dirty="0"/>
          </a:p>
          <a:p>
            <a:r>
              <a:rPr lang="en-US" dirty="0" smtClean="0"/>
              <a:t>   </a:t>
            </a:r>
            <a:endParaRPr lang="en-US" dirty="0"/>
          </a:p>
        </p:txBody>
      </p:sp>
      <p:pic>
        <p:nvPicPr>
          <p:cNvPr id="4" name="Рисунок 3" descr="НТУ &quot;Дніпровська політехніка&quot; - Dnipro University of Technology | Dnipro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3126377" cy="2542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89066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34401" cy="735103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Executive Summary</a:t>
            </a:r>
            <a:endParaRPr lang="uk-UA" dirty="0">
              <a:solidFill>
                <a:srgbClr val="7030A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866" y="824281"/>
            <a:ext cx="8524770" cy="466803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1.This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goal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demonstrate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what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said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report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itself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26866" y="1291084"/>
            <a:ext cx="8524770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2.Well,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problem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understandthe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presentation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itself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.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26866" y="1634776"/>
            <a:ext cx="8524770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3.Explain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put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into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perspective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4" name="Picture 10" descr="Стоковая иллюстрация 1188849: Рука пишет ручкой | PressF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291" y="-1"/>
            <a:ext cx="3056709" cy="255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5250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240" y="195218"/>
            <a:ext cx="8534401" cy="666931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Introduction</a:t>
            </a:r>
            <a:endParaRPr lang="uk-UA" dirty="0">
              <a:solidFill>
                <a:srgbClr val="7030A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9988" y="2725956"/>
            <a:ext cx="10514467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1.It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inspired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because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my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soul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felt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make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such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report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9986" y="3056028"/>
            <a:ext cx="10514467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2.All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problems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can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be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solved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but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sometimes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happens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only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emergency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cases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9986" y="3710065"/>
            <a:ext cx="10514467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3.When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developing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need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follow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certain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rules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know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right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measure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do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everything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9984" y="4386386"/>
            <a:ext cx="10514467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4.My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advice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do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everything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be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time</a:t>
            </a:r>
            <a:r>
              <a:rPr kumimoji="0" lang="uk-UA" altLang="uk-UA" sz="21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.</a:t>
            </a:r>
            <a:r>
              <a:rPr kumimoji="0" lang="uk-UA" altLang="uk-UA" sz="8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09982" y="4720614"/>
            <a:ext cx="10514467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5.My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recommendations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are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truly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subject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because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I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checked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them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5" name="Picture 7" descr="Sailor Moon: Is Sailor Pluto Actually the Strongest Guardian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6" y="0"/>
            <a:ext cx="4428564" cy="262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052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531" y="200298"/>
            <a:ext cx="8534401" cy="665434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Analysis</a:t>
            </a:r>
            <a:endParaRPr lang="uk-UA" dirty="0">
              <a:solidFill>
                <a:srgbClr val="7030A0"/>
              </a:solidFill>
            </a:endParaRPr>
          </a:p>
        </p:txBody>
      </p:sp>
      <p:pic>
        <p:nvPicPr>
          <p:cNvPr id="3074" name="Picture 2" descr="Сказочный Патруль Василиса Васильевна | TikT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680" y="-2"/>
            <a:ext cx="2560321" cy="277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4163" y="1109267"/>
            <a:ext cx="9155929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1.Some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factors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help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solve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another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problem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84164" y="1452959"/>
            <a:ext cx="9155928" cy="1082356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2.To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begin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need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turn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calm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music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then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find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place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for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yourself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achieve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recommendations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then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yourself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delve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into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process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4163" y="2535315"/>
            <a:ext cx="9155929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3.It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depends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why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exactly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was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required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for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certain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needs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84163" y="2879007"/>
            <a:ext cx="10801848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4.The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example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when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finding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solution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problem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need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refer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principles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help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organizations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869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737" y="287383"/>
            <a:ext cx="8534401" cy="83960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Alternatives</a:t>
            </a:r>
            <a:br>
              <a:rPr lang="en-US" dirty="0">
                <a:solidFill>
                  <a:srgbClr val="7030A0"/>
                </a:solidFill>
              </a:rPr>
            </a:br>
            <a:endParaRPr lang="uk-UA" dirty="0">
              <a:solidFill>
                <a:srgbClr val="7030A0"/>
              </a:solidFill>
            </a:endParaRPr>
          </a:p>
        </p:txBody>
      </p:sp>
      <p:pic>
        <p:nvPicPr>
          <p:cNvPr id="4098" name="Picture 2" descr="Сейлор Марс - Рей Хино | sailormo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417" y="0"/>
            <a:ext cx="3030583" cy="36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908" y="588959"/>
            <a:ext cx="8590915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1.In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case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can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contact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specialists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who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help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tell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about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other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solutions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9907" y="1301983"/>
            <a:ext cx="8590915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2.In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case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need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use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tables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can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be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used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find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solution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also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for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evaluation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563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5571" y="439058"/>
            <a:ext cx="8534401" cy="6930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Recommendation and Implementation Plan</a:t>
            </a:r>
            <a:endParaRPr lang="uk-UA" dirty="0">
              <a:solidFill>
                <a:srgbClr val="7030A0"/>
              </a:solidFill>
            </a:endParaRPr>
          </a:p>
        </p:txBody>
      </p:sp>
      <p:pic>
        <p:nvPicPr>
          <p:cNvPr id="5122" name="Picture 2" descr="Все роли Шварценеггера. Коммандо (Commando), 1985, СШ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817" y="0"/>
            <a:ext cx="3640184" cy="229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0914" y="1146070"/>
            <a:ext cx="8007395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1.Drawing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recommendations</a:t>
            </a:r>
            <a:r>
              <a:rPr kumimoji="0" lang="en-US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: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0914" y="1489762"/>
            <a:ext cx="8007395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uk-UA" sz="2400" dirty="0">
                <a:solidFill>
                  <a:schemeClr val="tx2">
                    <a:lumMod val="50000"/>
                  </a:schemeClr>
                </a:solidFill>
                <a:latin typeface="inherit"/>
              </a:rPr>
              <a:t>a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)I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develop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websites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order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30914" y="1833454"/>
            <a:ext cx="8007395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b)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may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take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certain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number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of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steps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30912" y="2181399"/>
            <a:ext cx="8007397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с)A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powerful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laptop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programmer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himself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my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case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30913" y="2894423"/>
            <a:ext cx="9679441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2.Plan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Description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30912" y="3238115"/>
            <a:ext cx="9679442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uk-UA" sz="2400" dirty="0" smtClean="0">
                <a:solidFill>
                  <a:schemeClr val="accent6">
                    <a:lumMod val="75000"/>
                  </a:schemeClr>
                </a:solidFill>
                <a:latin typeface="inherit"/>
              </a:rPr>
              <a:t>a)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I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be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responsible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for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30912" y="3564734"/>
            <a:ext cx="9679442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uk-UA" sz="2400" dirty="0" smtClean="0">
                <a:solidFill>
                  <a:schemeClr val="accent6">
                    <a:lumMod val="75000"/>
                  </a:schemeClr>
                </a:solidFill>
                <a:latin typeface="inherit"/>
              </a:rPr>
              <a:t>b)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certain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0912" y="3891353"/>
            <a:ext cx="9679442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с)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depends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how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much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work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valued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30912" y="4217972"/>
            <a:ext cx="9679442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There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be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huge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audience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fans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most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popular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work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30912" y="4930996"/>
            <a:ext cx="9679442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е)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case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don't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panic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but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turn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calm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music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thoughts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about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solving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short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problems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appear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even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with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your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partner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81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696" y="130628"/>
            <a:ext cx="8534401" cy="818606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Conclusion</a:t>
            </a:r>
            <a:endParaRPr lang="uk-UA" dirty="0">
              <a:solidFill>
                <a:srgbClr val="FFFF00"/>
              </a:solidFill>
            </a:endParaRPr>
          </a:p>
        </p:txBody>
      </p:sp>
      <p:pic>
        <p:nvPicPr>
          <p:cNvPr id="6146" name="Picture 2" descr="Плакат бумажный Sailor Moon Ami Mizuno - купить недорог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1" y="1"/>
            <a:ext cx="2743200" cy="308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1124348"/>
            <a:ext cx="8577669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1.He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talked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about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principles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of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action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problem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solving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66700" y="1468040"/>
            <a:ext cx="8577669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2.You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need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be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do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everything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time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66700" y="1811732"/>
            <a:ext cx="8577669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3.Thoughts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recommendations</a:t>
            </a:r>
            <a:r>
              <a:rPr kumimoji="0" lang="en-US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inherit"/>
              </a:rPr>
              <a:t>: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66699" y="2155424"/>
            <a:ext cx="8577669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1)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So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people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future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know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my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recommendations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are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useful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for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life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92D05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66698" y="2868448"/>
            <a:ext cx="8577669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2)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turns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out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if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my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recommendations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are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very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popular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it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means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I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am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respected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loved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92D05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66697" y="3581472"/>
            <a:ext cx="8577670" cy="34369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3)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My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benefits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have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increased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by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 80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percent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rgbClr val="92D050"/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rgbClr val="92D05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75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782" y="203926"/>
            <a:ext cx="8534401" cy="63209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Exhibits</a:t>
            </a:r>
            <a:endParaRPr lang="uk-UA" dirty="0">
              <a:solidFill>
                <a:srgbClr val="FF0000"/>
              </a:solidFill>
            </a:endParaRPr>
          </a:p>
        </p:txBody>
      </p:sp>
      <p:pic>
        <p:nvPicPr>
          <p:cNvPr id="7170" name="Picture 2" descr="Терминатор»: 7 крутых деталей о главных героях, о которых многие не  задумывались - 28.10.25 12:49 | Пикаб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005" y="0"/>
            <a:ext cx="3220996" cy="241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rouping of Software Engineering Educational Approaches. | Download Ta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82" y="836023"/>
            <a:ext cx="4654143" cy="30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Table 1 from Soft Skills versus Technical Skills: Finding the Right Balance  for an IS Curriculum | Semantic Schola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536" y="836023"/>
            <a:ext cx="3918858" cy="30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TechnoFunc - Importance of Technical Skill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82" y="3932192"/>
            <a:ext cx="5943012" cy="261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6346500" y="3932192"/>
            <a:ext cx="5656730" cy="145168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As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we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can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see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this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slide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,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diagrams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shown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some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knowledge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will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help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in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creating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a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website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even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solving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problems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.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1165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113" y="125549"/>
            <a:ext cx="8534401" cy="87593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References</a:t>
            </a:r>
            <a:endParaRPr lang="uk-UA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194" name="Picture 2" descr="Аниме за компьютером - фото и картинки: 32 штук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337" y="1"/>
            <a:ext cx="4432663" cy="301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113" y="11270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https://neoversity.com.ua/ru/blog/software-engineer-hto-ce-shcho-robit-i-de-comu-navchayut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9113" y="1822660"/>
            <a:ext cx="4509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https://campus.epam.ua/ua/blog/605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79113" y="224999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https://javarush.com/groups/posts/316-kto-takoy-software-engineer-programmnaja-inzhenerija-vs-programmirovanie</a:t>
            </a: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79113" y="323133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neoversity.com.ua/?utm_source=google&amp;utm_medium=cpc&amp;utm_campaign=IL_MNeo_Search_4&amp;utm_content=it_specializations2&amp;utm_term=software%20engineer&amp;placement=&amp;campaignid=23081597261&amp;gad_source=1&amp;gad_campaignid=23081597261&amp;gbraid=0AAAAA-MxBTi2Wpod1U2R0LVUuGLsNCsFt&amp;gclid=CjwKCAiAlfvIBhA6EiwAcErpyTe1l0FJbMXO40Q9m7WCYMkvp8DlzN3edaatBbCd0zUt9cMZDSBjnxoCxg0QAvD_Bw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60379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Психологический разбор отношений Сейлор Мун и Такседо Маска | Журнал  Интровер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1" y="1843269"/>
            <a:ext cx="3204755" cy="326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8377" y="934534"/>
            <a:ext cx="11538858" cy="7130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Thank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you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for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listening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to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my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presentation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about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the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sciences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and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technologies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that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surround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 </a:t>
            </a:r>
            <a:r>
              <a:rPr kumimoji="0" lang="uk-UA" altLang="uk-UA" sz="2400" b="0" i="0" u="none" strike="noStrike" cap="none" normalizeH="0" baseline="0" dirty="0" err="1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us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inherit"/>
              </a:rPr>
              <a:t>!</a:t>
            </a:r>
            <a:r>
              <a:rPr kumimoji="0" lang="uk-UA" altLang="uk-UA" sz="2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uk-UA" altLang="uk-UA" sz="24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1" name="Picture 5" descr="Хан Соло История. - 19.12.15 01:19 | Пикабу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050" y="1843269"/>
            <a:ext cx="3293019" cy="326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 descr="Minak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353" y="1843269"/>
            <a:ext cx="3484608" cy="326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916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TM02900771[[fn=Сектор]]</Template>
  <TotalTime>477</TotalTime>
  <Words>503</Words>
  <Application>Microsoft Office PowerPoint</Application>
  <PresentationFormat>Широкоэкранный</PresentationFormat>
  <Paragraphs>50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inherit</vt:lpstr>
      <vt:lpstr>Wingdings</vt:lpstr>
      <vt:lpstr>Wingdings 3</vt:lpstr>
      <vt:lpstr>Сектор</vt:lpstr>
      <vt:lpstr>Case Study Report</vt:lpstr>
      <vt:lpstr>Executive Summary</vt:lpstr>
      <vt:lpstr>Introduction</vt:lpstr>
      <vt:lpstr>Analysis</vt:lpstr>
      <vt:lpstr>Alternatives </vt:lpstr>
      <vt:lpstr>Recommendation and Implementation Plan</vt:lpstr>
      <vt:lpstr>Conclusion</vt:lpstr>
      <vt:lpstr>Exhibits</vt:lpstr>
      <vt:lpstr>References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Report</dc:title>
  <dc:creator>User</dc:creator>
  <cp:lastModifiedBy>User</cp:lastModifiedBy>
  <cp:revision>14</cp:revision>
  <dcterms:created xsi:type="dcterms:W3CDTF">2025-11-21T06:18:43Z</dcterms:created>
  <dcterms:modified xsi:type="dcterms:W3CDTF">2025-11-21T14:16:43Z</dcterms:modified>
</cp:coreProperties>
</file>